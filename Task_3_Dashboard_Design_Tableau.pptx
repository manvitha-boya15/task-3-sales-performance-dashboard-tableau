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6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Sales Dashboard Design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 Analyst Internship - Task 3</a:t>
            </a:r>
          </a:p>
          <a:p>
            <a:r>
              <a:t>Tableau Dashboard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Design an interactive dashboard for business stakeholders.</a:t>
            </a:r>
          </a:p>
          <a:p>
            <a:endParaRPr/>
          </a:p>
          <a:p>
            <a:r>
              <a:t>Tool: Tableau Public</a:t>
            </a:r>
          </a:p>
          <a:p>
            <a:r>
              <a:t>Dataset: Sample Superstore Sales Dataset</a:t>
            </a:r>
          </a:p>
          <a:p>
            <a:r>
              <a:t>Features: KPI Cards, Trend Analysis, Regional Analysis, Category Analysis, Filters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06693"/>
          </a:xfrm>
        </p:spPr>
        <p:txBody>
          <a:bodyPr>
            <a:normAutofit fontScale="90000"/>
          </a:bodyPr>
          <a:lstStyle/>
          <a:p>
            <a:r>
              <a:rPr dirty="0"/>
              <a:t>Dashboard Screenshot</a:t>
            </a:r>
          </a:p>
        </p:txBody>
      </p:sp>
      <p:pic>
        <p:nvPicPr>
          <p:cNvPr id="3" name="Picture 2" descr="e845418f-f4a0-43f6-a36e-d28140cbb9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31520"/>
            <a:ext cx="8412480" cy="544514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KPIs Included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Total Sales: 2,297,200.86</a:t>
            </a:r>
          </a:p>
          <a:p>
            <a:r>
              <a:rPr dirty="0"/>
              <a:t> Total Orders: 5,009</a:t>
            </a:r>
          </a:p>
          <a:p>
            <a:r>
              <a:rPr dirty="0"/>
              <a:t> Total Profit: 286,397</a:t>
            </a:r>
          </a:p>
          <a:p>
            <a:r>
              <a:rPr dirty="0"/>
              <a:t> Growth KPI: 37,873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Category Sales (Bar Chart)</a:t>
            </a:r>
          </a:p>
          <a:p>
            <a:r>
              <a:rPr dirty="0"/>
              <a:t> Regional Sales (Bar Chart)</a:t>
            </a:r>
          </a:p>
          <a:p>
            <a:r>
              <a:rPr dirty="0"/>
              <a:t> Profit Analysis by Sub-Category</a:t>
            </a:r>
          </a:p>
          <a:p>
            <a:r>
              <a:rPr dirty="0"/>
              <a:t> Sales Trend (Line Chart)</a:t>
            </a:r>
          </a:p>
          <a:p>
            <a:r>
              <a:rPr dirty="0"/>
              <a:t> Region Filter for Dashboard Interactivity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Technology category generated the highest sales.</a:t>
            </a:r>
          </a:p>
          <a:p>
            <a:r>
              <a:rPr dirty="0"/>
              <a:t> West region achieved the highest revenue.</a:t>
            </a:r>
          </a:p>
          <a:p>
            <a:r>
              <a:rPr dirty="0"/>
              <a:t> Sales increased significantly during the final months.</a:t>
            </a:r>
          </a:p>
          <a:p>
            <a:r>
              <a:rPr dirty="0"/>
              <a:t> Some sub-categories contributed lower or negative profit.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interactive Tableau dashboard was created to monitor sales performance, profitability, order volume, regional trends, and category performance. The dashboard supports data-driven business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14019DFE294BC439A8BB63F2CD62EBD" ma:contentTypeVersion="5" ma:contentTypeDescription="Create a new document." ma:contentTypeScope="" ma:versionID="25523538c5071b7b4d3cb0ccee059f01">
  <xsd:schema xmlns:xsd="http://www.w3.org/2001/XMLSchema" xmlns:xs="http://www.w3.org/2001/XMLSchema" xmlns:p="http://schemas.microsoft.com/office/2006/metadata/properties" xmlns:ns3="0e6fbcaa-598d-4736-8188-921f3942ad86" targetNamespace="http://schemas.microsoft.com/office/2006/metadata/properties" ma:root="true" ma:fieldsID="0497e3abcc8f15b4a27e43d7a9aba4be" ns3:_="">
    <xsd:import namespace="0e6fbcaa-598d-4736-8188-921f3942ad86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6fbcaa-598d-4736-8188-921f3942ad86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80C18CD-9D86-43C6-98C1-2E668A6CD2F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e6fbcaa-598d-4736-8188-921f3942ad8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69A2570-3AA4-459B-A45C-300360E7715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DEF3A73-DD66-4719-A0B3-9BAB93C9C1A9}">
  <ds:schemaRefs>
    <ds:schemaRef ds:uri="http://www.w3.org/XML/1998/namespace"/>
    <ds:schemaRef ds:uri="http://purl.org/dc/dcmitype/"/>
    <ds:schemaRef ds:uri="http://purl.org/dc/terms/"/>
    <ds:schemaRef ds:uri="0e6fbcaa-598d-4736-8188-921f3942ad86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175</Words>
  <Application>Microsoft Office PowerPoint</Application>
  <PresentationFormat>On-screen Show (4:3)</PresentationFormat>
  <Paragraphs>28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Sales Dashboard Design</vt:lpstr>
      <vt:lpstr>Project Overview</vt:lpstr>
      <vt:lpstr>Dashboard Screenshot</vt:lpstr>
      <vt:lpstr>KPIs Included</vt:lpstr>
      <vt:lpstr>Visualizations Used</vt:lpstr>
      <vt:lpstr>Key Business Insights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23102A040112</cp:lastModifiedBy>
  <cp:revision>3</cp:revision>
  <dcterms:created xsi:type="dcterms:W3CDTF">2013-01-27T09:14:16Z</dcterms:created>
  <dcterms:modified xsi:type="dcterms:W3CDTF">2026-06-19T11:57:54Z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0x010100414019DFE294BC439A8BB63F2CD62EBD</vt:lpwstr>
  </property>
</Properties>
</file>